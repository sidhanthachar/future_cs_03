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55896" y="923925"/>
            <a:ext cx="1157620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 SECURIT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RISK ANALYSIS REPORT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92538" y="2385182"/>
            <a:ext cx="910292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ure Interns — Cyber Security Internship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207125"/>
            <a:ext cx="2753916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repared By: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Sidhanth Achar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 Used: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Postman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Browser DevTools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Public Test APIs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489656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61172"/>
            <a:ext cx="1623060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 applications rely heavily on APIs for communication between applications, mobile platforms, SaaS systems, and cl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oud services.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Insecure APIs may expose sensitive information, increase attack surfaces, and allow unauthorized access to systems and data.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focuses on identifying API security risks using ethical and non-intrusive analysis techniques.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91735"/>
            <a:ext cx="347317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98185"/>
            <a:ext cx="6596062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Analyze public API endpoints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Identify comm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API security risks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Review authentication practices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Assess data exposure risks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Suggest remediation strategies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Improve API security awareness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97454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TOOLS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44775"/>
            <a:ext cx="15197494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Postman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Br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owser DevTools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JSONPlaceholder Test API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Canva / Documentation Tools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Purpose: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inspect API endpoints and analyze security risks ethically and safely.</a:t>
            </a:r>
          </a:p>
          <a:p>
            <a:pPr algn="just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787525"/>
            <a:ext cx="7049824" cy="7004611"/>
          </a:xfrm>
          <a:custGeom>
            <a:avLst/>
            <a:gdLst/>
            <a:ahLst/>
            <a:cxnLst/>
            <a:rect r="r" b="b" t="t" l="l"/>
            <a:pathLst>
              <a:path h="7004611" w="7049824">
                <a:moveTo>
                  <a:pt x="0" y="0"/>
                </a:moveTo>
                <a:lnTo>
                  <a:pt x="7049824" y="0"/>
                </a:lnTo>
                <a:lnTo>
                  <a:pt x="7049824" y="7004611"/>
                </a:lnTo>
                <a:lnTo>
                  <a:pt x="0" y="7004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740925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TESTED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API ENDPOINTS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44738"/>
            <a:ext cx="6587206" cy="424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924" indent="-288462" lvl="1">
              <a:lnSpc>
                <a:spcPts val="3741"/>
              </a:lnSpc>
              <a:spcBef>
                <a:spcPct val="0"/>
              </a:spcBef>
              <a:buAutoNum type="arabicPeriod" startAt="1"/>
            </a:pP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</a:t>
            </a: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</a:t>
            </a:r>
          </a:p>
          <a:p>
            <a:pPr algn="l" marL="576924" indent="-288462" lvl="1">
              <a:lnSpc>
                <a:spcPts val="3741"/>
              </a:lnSpc>
              <a:spcBef>
                <a:spcPct val="0"/>
              </a:spcBef>
              <a:buAutoNum type="arabicPeriod" startAt="1"/>
            </a:pP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/posts</a:t>
            </a:r>
          </a:p>
          <a:p>
            <a:pPr algn="l" marL="576924" indent="-288462" lvl="1">
              <a:lnSpc>
                <a:spcPts val="3741"/>
              </a:lnSpc>
              <a:spcBef>
                <a:spcPct val="0"/>
              </a:spcBef>
              <a:buAutoNum type="arabicPeriod" startAt="1"/>
            </a:pP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/comments</a:t>
            </a:r>
          </a:p>
          <a:p>
            <a:pPr algn="l">
              <a:lnSpc>
                <a:spcPts val="3741"/>
              </a:lnSpc>
              <a:spcBef>
                <a:spcPct val="0"/>
              </a:spcBef>
            </a:pPr>
          </a:p>
          <a:p>
            <a:pPr algn="l">
              <a:lnSpc>
                <a:spcPts val="3741"/>
              </a:lnSpc>
              <a:spcBef>
                <a:spcPct val="0"/>
              </a:spcBef>
            </a:pP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Observations:</a:t>
            </a:r>
          </a:p>
          <a:p>
            <a:pPr algn="l">
              <a:lnSpc>
                <a:spcPts val="3741"/>
              </a:lnSpc>
              <a:spcBef>
                <a:spcPct val="0"/>
              </a:spcBef>
            </a:pP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Public accessibility</a:t>
            </a:r>
          </a:p>
          <a:p>
            <a:pPr algn="l">
              <a:lnSpc>
                <a:spcPts val="3741"/>
              </a:lnSpc>
              <a:spcBef>
                <a:spcPct val="0"/>
              </a:spcBef>
            </a:pP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JSON response exposure</a:t>
            </a:r>
          </a:p>
          <a:p>
            <a:pPr algn="l">
              <a:lnSpc>
                <a:spcPts val="3741"/>
              </a:lnSpc>
              <a:spcBef>
                <a:spcPct val="0"/>
              </a:spcBef>
            </a:pPr>
            <a:r>
              <a:rPr lang="en-US" sz="26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No visible authentication requirements</a:t>
            </a:r>
          </a:p>
          <a:p>
            <a:pPr algn="l">
              <a:lnSpc>
                <a:spcPts val="37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29399"/>
            <a:ext cx="6810378" cy="6428202"/>
          </a:xfrm>
          <a:custGeom>
            <a:avLst/>
            <a:gdLst/>
            <a:ahLst/>
            <a:cxnLst/>
            <a:rect r="r" b="b" t="t" l="l"/>
            <a:pathLst>
              <a:path h="6428202" w="6810378">
                <a:moveTo>
                  <a:pt x="0" y="0"/>
                </a:moveTo>
                <a:lnTo>
                  <a:pt x="6810378" y="0"/>
                </a:lnTo>
                <a:lnTo>
                  <a:pt x="6810378" y="6428202"/>
                </a:lnTo>
                <a:lnTo>
                  <a:pt x="0" y="6428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05103" y="1929399"/>
            <a:ext cx="6654197" cy="6467071"/>
          </a:xfrm>
          <a:custGeom>
            <a:avLst/>
            <a:gdLst/>
            <a:ahLst/>
            <a:cxnLst/>
            <a:rect r="r" b="b" t="t" l="l"/>
            <a:pathLst>
              <a:path h="6467071" w="6654197">
                <a:moveTo>
                  <a:pt x="0" y="0"/>
                </a:moveTo>
                <a:lnTo>
                  <a:pt x="6654197" y="0"/>
                </a:lnTo>
                <a:lnTo>
                  <a:pt x="6654197" y="6467071"/>
                </a:lnTo>
                <a:lnTo>
                  <a:pt x="0" y="6467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643818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ENDPOINT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5213"/>
            <a:ext cx="11160562" cy="740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User-related data publicly accessible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/posts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Application data accessible without authentication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/comments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Public exposure of comment-related data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Classification: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MEDIUM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984587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IDENTIFIED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API SECURITY RISKS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27218"/>
            <a:ext cx="9371052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Missing authentication controls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Excessive data exp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osure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Public endpoint accessibility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Lack of visible rate limiting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Potential Impact: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Unauthorized access, information disclosure, and abuse risks.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565220"/>
            <a:ext cx="566154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1665" y="6666945"/>
            <a:ext cx="9545121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Insecure APIs may result in: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Exposure of sensitive inf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ormation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Increased attack surface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Unauthorized access risks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Compliance and reputation concerns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 security is critical for modern SaaS and cloud applications.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1104912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REMEDIATION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RECOMMENDATIONS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62150"/>
            <a:ext cx="7412593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Implement authentication mechanisms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Apply authorization contr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Reduce unnecessary data exposure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Enable API rate limiting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Monitor API traffic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Validate user inputs securely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267325"/>
            <a:ext cx="424207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73775"/>
            <a:ext cx="1623060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API security assessment identified c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ommon API security concerns related to authentication, public accessibility, and excessive data exposure.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demonstrates the importance of secure API design and strong security controls in modern applications.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assessment was conducted ethically using public test APIs and non-intrusive analysis methods.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93026" y="2154591"/>
            <a:ext cx="510194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</a:t>
            </a:r>
            <a:r>
              <a:rPr lang="en-US" sz="6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5995" y="7368886"/>
            <a:ext cx="7013305" cy="188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5"/>
              </a:lnSpc>
              <a:spcBef>
                <a:spcPct val="0"/>
              </a:spcBef>
            </a:pPr>
            <a:r>
              <a:rPr lang="en-US" sz="26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Interns — Cyber Sec</a:t>
            </a:r>
            <a:r>
              <a:rPr lang="en-US" sz="26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urity Internship</a:t>
            </a:r>
          </a:p>
          <a:p>
            <a:pPr algn="l">
              <a:lnSpc>
                <a:spcPts val="3775"/>
              </a:lnSpc>
              <a:spcBef>
                <a:spcPct val="0"/>
              </a:spcBef>
            </a:pPr>
          </a:p>
          <a:p>
            <a:pPr algn="l">
              <a:lnSpc>
                <a:spcPts val="3775"/>
              </a:lnSpc>
              <a:spcBef>
                <a:spcPct val="0"/>
              </a:spcBef>
            </a:pPr>
            <a:r>
              <a:rPr lang="en-US" sz="26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Prepared By:</a:t>
            </a:r>
          </a:p>
          <a:p>
            <a:pPr algn="l">
              <a:lnSpc>
                <a:spcPts val="3775"/>
              </a:lnSpc>
              <a:spcBef>
                <a:spcPct val="0"/>
              </a:spcBef>
            </a:pPr>
            <a:r>
              <a:rPr lang="en-US" sz="26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Sidhanth Achar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DAHJXH6wb4w</dc:identifier>
  <dcterms:modified xsi:type="dcterms:W3CDTF">2011-08-01T06:04:30Z</dcterms:modified>
  <cp:revision>1</cp:revision>
  <dc:title>API SECURITY RISK ANALYSIS REPORT</dc:title>
</cp:coreProperties>
</file>